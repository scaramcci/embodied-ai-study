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ec8c956d744edd" /><Relationship Type="http://schemas.openxmlformats.org/officeDocument/2006/relationships/extended-properties" Target="/docProps/app.xml" Id="R58a1ddddfd6e4614" /><Relationship Type="http://schemas.openxmlformats.org/officeDocument/2006/relationships/officeDocument" Target="/ppt/presentation.xml" Id="R4cd5ac63327e4140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55" r:id="Rc380b9446e004772"/>
    <p:sldMasterId id="2147483657" r:id="Rf6d64765d9a042de"/>
  </p:sldMasterIdLst>
  <p:notesMasterIdLst>
    <p:notesMasterId r:id="R923d5164042c42e4"/>
  </p:notesMasterIdLst>
  <p:sldIdLst>
    <p:sldId id="256" r:id="R688ea6ddda6a4845"/>
    <p:sldId id="257" r:id="R432eda7d556c4388"/>
    <p:sldId id="258" r:id="R961ed42ec1a9436a"/>
    <p:sldId id="259" r:id="R15ead32d726c475d"/>
    <p:sldId id="260" r:id="Rc12e2a34cfaa4a94"/>
    <p:sldId id="261" r:id="R4cdd3c71e08e48b3"/>
    <p:sldId id="262" r:id="R6cfe3f181aaa4f36"/>
    <p:sldId id="263" r:id="Rb253f7d69a144d09"/>
    <p:sldId id="264" r:id="R8c0bc596906b481c"/>
    <p:sldId id="265" r:id="R9399130d64584e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f3532737623842fe" /><ns0:Relationship Type="http://schemas.openxmlformats.org/officeDocument/2006/relationships/slideMaster" Target="/ppt/slideMasters/slideMaster2.xml" Id="Rc380b9446e004772" /><ns0:Relationship Type="http://schemas.openxmlformats.org/officeDocument/2006/relationships/slideMaster" Target="/ppt/slideMasters/slideMaster3.xml" Id="Rf6d64765d9a042de" /><ns0:Relationship Type="http://schemas.openxmlformats.org/officeDocument/2006/relationships/notesMaster" Target="/ppt/notesMasters/notesMaster1.xml" Id="R923d5164042c42e4" /><ns0:Relationship Type="http://schemas.openxmlformats.org/officeDocument/2006/relationships/presProps" Target="/ppt/presProps.xml" Id="Rea3ab50cc5b14eb0" /><ns0:Relationship Type="http://schemas.openxmlformats.org/officeDocument/2006/relationships/tableStyles" Target="/ppt/tableStyles.xml" Id="R05c007f3a28748ba" /><ns0:Relationship Type="http://schemas.openxmlformats.org/officeDocument/2006/relationships/slide" Target="/ppt/slides/slide1.xml" Id="R688ea6ddda6a4845" /><ns0:Relationship Type="http://schemas.openxmlformats.org/officeDocument/2006/relationships/slide" Target="/ppt/slides/slide2.xml" Id="R432eda7d556c4388" /><ns0:Relationship Type="http://schemas.openxmlformats.org/officeDocument/2006/relationships/slide" Target="/ppt/slides/slide3.xml" Id="R961ed42ec1a9436a" /><ns0:Relationship Type="http://schemas.openxmlformats.org/officeDocument/2006/relationships/slide" Target="/ppt/slides/slide4.xml" Id="R15ead32d726c475d" /><ns0:Relationship Type="http://schemas.openxmlformats.org/officeDocument/2006/relationships/slide" Target="/ppt/slides/slide5.xml" Id="Rc12e2a34cfaa4a94" /><ns0:Relationship Type="http://schemas.openxmlformats.org/officeDocument/2006/relationships/slide" Target="/ppt/slides/slide6.xml" Id="R4cdd3c71e08e48b3" /><ns0:Relationship Type="http://schemas.openxmlformats.org/officeDocument/2006/relationships/slide" Target="/ppt/slides/slide7.xml" Id="R6cfe3f181aaa4f36" /><ns0:Relationship Type="http://schemas.openxmlformats.org/officeDocument/2006/relationships/slide" Target="/ppt/slides/slide8.xml" Id="Rb253f7d69a144d09" /><ns0:Relationship Type="http://schemas.openxmlformats.org/officeDocument/2006/relationships/slide" Target="/ppt/slides/slide9.xml" Id="R8c0bc596906b481c" /><ns0:Relationship Type="http://schemas.openxmlformats.org/officeDocument/2006/relationships/slide" Target="/ppt/slides/slide10.xml" Id="R9399130d64584e66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7ef26e757794a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ChatGPT">
  <a:themeElements>
    <a:clrScheme name="CUHK 紫金">
      <a:dk1>
        <a:srgbClr val="24212A"/>
      </a:dk1>
      <a:lt1>
        <a:srgbClr val="FFFFFF"/>
      </a:lt1>
      <a:dk2>
        <a:srgbClr val="4D174F"/>
      </a:dk2>
      <a:lt2>
        <a:srgbClr val="F4F2F5"/>
      </a:lt2>
      <a:accent1>
        <a:srgbClr val="6F2472"/>
      </a:accent1>
      <a:accent2>
        <a:srgbClr val="E5AE2B"/>
      </a:accent2>
      <a:accent3>
        <a:srgbClr val="4D174F"/>
      </a:accent3>
      <a:accent4>
        <a:srgbClr val="F7E9BB"/>
      </a:accent4>
      <a:accent5>
        <a:srgbClr val="706A73"/>
      </a:accent5>
      <a:accent6>
        <a:srgbClr val="F4F2F5"/>
      </a:accent6>
      <a:hlink>
        <a:srgbClr val="6F2472"/>
      </a:hlink>
      <a:folHlink>
        <a:srgbClr val="4D174F"/>
      </a:folHlink>
    </a:clrScheme>
    <a:fontScheme name="">
      <a:majorFont>
        <a:latin typeface="FangSong"/>
        <a:ea typeface=""/>
        <a:cs typeface=""/>
      </a:majorFont>
      <a:minorFont>
        <a:latin typeface="FangSong"/>
        <a:ea typeface=""/>
        <a:cs typeface=""/>
      </a:minorFont>
    </a:fontScheme>
    <a:fmtScheme name="CUHK 紫金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bb8bb72f94137" /><Relationship Type="http://schemas.openxmlformats.org/officeDocument/2006/relationships/notesMaster" Target="/ppt/notesMasters/notesMaster1.xml" Id="R08eb84bd7858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59ef0a56b4927" /><Relationship Type="http://schemas.openxmlformats.org/officeDocument/2006/relationships/notesMaster" Target="/ppt/notesMasters/notesMaster1.xml" Id="R97eb2aa30056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0e6234cfcb4f38" /><Relationship Type="http://schemas.openxmlformats.org/officeDocument/2006/relationships/notesMaster" Target="/ppt/notesMasters/notesMaster1.xml" Id="Rc4c875f5bac6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9d26d4a3834e87" /><Relationship Type="http://schemas.openxmlformats.org/officeDocument/2006/relationships/notesMaster" Target="/ppt/notesMasters/notesMaster1.xml" Id="R91712e32faca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fcef5f9c24eb2" /><Relationship Type="http://schemas.openxmlformats.org/officeDocument/2006/relationships/notesMaster" Target="/ppt/notesMasters/notesMaster1.xml" Id="Rc4375c3a9a1447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3a458f00a046a8" /><Relationship Type="http://schemas.openxmlformats.org/officeDocument/2006/relationships/notesMaster" Target="/ppt/notesMasters/notesMaster1.xml" Id="R5de5ccb7081843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e7ebb2a9764704" /><Relationship Type="http://schemas.openxmlformats.org/officeDocument/2006/relationships/notesMaster" Target="/ppt/notesMasters/notesMaster1.xml" Id="Rd091e81fcc7548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529b677b34481" /><Relationship Type="http://schemas.openxmlformats.org/officeDocument/2006/relationships/notesMaster" Target="/ppt/notesMasters/notesMaster1.xml" Id="R1fb36191bcd644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afcf4219b8448f" /><Relationship Type="http://schemas.openxmlformats.org/officeDocument/2006/relationships/notesMaster" Target="/ppt/notesMasters/notesMaster1.xml" Id="Rc9a180514b1743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e598aafb445f7" /><Relationship Type="http://schemas.openxmlformats.org/officeDocument/2006/relationships/notesMaster" Target="/ppt/notesMasters/notesMaster1.xml" Id="Re9a82b84c21c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版式：01 · 紫金封面。新建幻灯片时可从“版式”菜单选取。正文是原生占位符；填写内容后可用“重置”恢复位置。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版式：02 · 汇报目录。新建幻灯片时可从“版式”菜单选取。正文是原生占位符；填写内容后可用“重置”恢复位置。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版式：03 · 章节标题。新建幻灯片时可从“版式”菜单选取。正文是原生占位符；填写内容后可用“重置”恢复位置。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版式：04 · 标题与正文。新建幻灯片时可从“版式”菜单选取。正文是原生占位符；填写内容后可用“重置”恢复位置。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版式：05 · 双栏对照。新建幻灯片时可从“版式”菜单选取。正文是原生占位符；填写内容后可用“重置”恢复位置。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版式：06 · 左文右图。新建幻灯片时可从“版式”菜单选取。正文是原生占位符；填写内容后可用“重置”恢复位置。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版式：07 · 大图或视频。新建幻灯片时可从“版式”菜单选取。正文是原生占位符；填写内容后可用“重置”恢复位置。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版式：08 · 表格与结果。新建幻灯片时可从“版式”菜单选取。正文是原生占位符；填写内容后可用“重置”恢复位置。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版式：09 · 公式与说明。新建幻灯片时可从“版式”菜单选取。正文是原生占位符；填写内容后可用“重置”恢复位置。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版式：10 · 空白内容页。新建幻灯片时可从“版式”菜单选取。正文是原生占位符；填写内容后可用“重置”恢复位置。</a:t>
            </a:r>
          </a:p>
          <a:p xmlns:a="http://schemas.openxmlformats.org/drawingml/2006/main">
            <a:r>
              <a:t>全局页脚请在“视图 → 幻灯片母版”的 CUHK 内容母版中修改。页码为自动字段。大图版式也可用于视频；插入视频后删除图片占位符。</a:t>
            </a:r>
          </a:p>
          <a:p xmlns:a="http://schemas.openxmlformats.org/drawingml/2006/main">
            <a:r>
              <a:t>模板依据用户提供 CUHK-beamer_副本.zip 内的 CUHKBeamer.sty / slides.pdf 制作，校徽使用原始 assets/CUHK_Logo.png。字体沿用用户指定仿宋 FangSong。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c8f989deba4b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c37d64e48c4b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0d4067d19734e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fba90a480004d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313f9acacd2479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8e50271d95400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bffc9e8eb2f4dd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eec2f0bfbc4a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1529fc400f467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a5d9c42ef074481" /></Relationships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1 · 紫金封面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报告标题">
            <a:extLst>
              <a:ext uri="{FF2B5EF4-FFF2-40B4-BE49-F238E27FC236}">
                <ns2:creationId id="{E6B8B502-82E1-4E30-BEC3-2D3BDFE8E80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57250" y="1028700"/>
            <a:ext cx="7524750" cy="1352550"/>
          </a:xfrm>
        </p:spPr>
        <p:txBody>
          <a:bodyPr lIns="0" tIns="0" rIns="0" bIns="0" anchor="t"/>
          <a:lstStyle>
            <a:def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36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在此填写报告标题</a:t>
            </a:r>
          </a:p>
        </p:txBody>
      </p:sp>
      <p:sp>
        <p:nvSpPr>
          <p:cNvPr id="3" name="副标题">
            <a:extLst>
              <a:ext uri="{FF2B5EF4-FFF2-40B4-BE49-F238E27FC236}">
                <ns2:creationId id="{A9C90918-A83D-495F-B791-4B11175E4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667000"/>
            <a:ext cx="7477125" cy="781050"/>
          </a:xfrm>
        </p:spPr>
        <p:txBody>
          <a:bodyPr lIns="0" tIns="0" rIns="0" bIns="0" anchor="t"/>
          <a:lstStyle>
            <a:def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defPPr>
            <a:lvl1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1pPr>
            <a:lvl2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2pPr>
            <a:lvl3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3pPr>
            <a:lvl4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4pPr>
            <a:lvl5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5pPr>
            <a:lvl6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6pPr>
            <a:lvl7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7pPr>
            <a:lvl8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8pPr>
            <a:lvl9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pPr>
            <a:r>
              <a:rPr sz="2475">
                <a:solidFill>
                  <a:schemeClr val="accent4"/>
                </a:solidFill>
                <a:latin typeface="FangSong"/>
                <a:ea typeface="FangSong"/>
                <a:cs typeface="FangSong"/>
              </a:rPr>
              <a:t>副标题／研究方向</a:t>
            </a:r>
          </a:p>
        </p:txBody>
      </p:sp>
      <p:sp>
        <p:nvSpPr>
          <p:cNvPr id="4" name="汇报人及单位">
            <a:extLst>
              <a:ext uri="{FF2B5EF4-FFF2-40B4-BE49-F238E27FC236}">
                <ns2:creationId id="{4FB2C5C5-D237-4418-9F5D-2AD6143AE2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57250" y="4000500"/>
            <a:ext cx="7524750" cy="1085850"/>
          </a:xfrm>
        </p:spPr>
        <p:txBody>
          <a:bodyPr lIns="0" tIns="0" rIns="0" bIns="0" anchor="t"/>
          <a:lstStyle>
            <a:def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汇报人姓名</a:t>
            </a:r>
          </a:p>
          <a:p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院系／课题组</a:t>
            </a:r>
          </a:p>
        </p:txBody>
      </p:sp>
      <p:sp>
        <p:nvSpPr>
          <p:cNvPr id="5" name="报告日期">
            <a:extLst>
              <a:ext uri="{FF2B5EF4-FFF2-40B4-BE49-F238E27FC236}">
                <ns2:creationId id="{36D8C385-6CE3-42A2-8EEE-0004BE563AE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57250" y="5772150"/>
            <a:ext cx="7524750" cy="438150"/>
          </a:xfrm>
        </p:spPr>
        <p:txBody>
          <a:bodyPr lIns="0" tIns="0" rIns="0" bIns="0" anchor="t"/>
          <a:lstStyle>
            <a:def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accent4"/>
                </a:solidFill>
                <a:latin typeface="FangSong"/>
                <a:ea typeface="FangSong"/>
                <a:cs typeface="FangSong"/>
              </a:rPr>
              <a:t>年  月  日</a:t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2 · 汇报目录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0CC4FA91-7736-4744-A108-358BB20B7CA5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47D256A2-8F6E-4DC3-B32C-82AFB01E61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汇报提纲</a:t>
            </a:r>
          </a:p>
        </p:txBody>
      </p:sp>
      <p:sp>
        <p:nvSpPr>
          <p:cNvPr id="4" name="目录条目">
            <a:extLst>
              <a:ext uri="{FF2B5EF4-FFF2-40B4-BE49-F238E27FC236}">
                <ns2:creationId id="{8B53F3A2-81FA-4FF9-B2DE-24B165495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952625"/>
            <a:ext cx="10477500" cy="3619500"/>
          </a:xfrm>
        </p:spPr>
        <p:txBody>
          <a:bodyPr lIns="0" tIns="0" rIns="0" bIns="0" anchor="t"/>
          <a:lstStyle>
            <a:def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defPPr>
            <a:lvl1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1pPr>
            <a:lvl2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2pPr>
            <a:lvl3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3pPr>
            <a:lvl4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4pPr>
            <a:lvl5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5pPr>
            <a:lvl6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6pPr>
            <a:lvl7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7pPr>
            <a:lvl8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8pPr>
            <a:lvl9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一  研究背景</a:t>
            </a:r>
          </a:p>
          <a:p>
            <a:r>
              <a:t/>
            </a:r>
          </a:p>
          <a:p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二  方法与实验</a:t>
            </a:r>
          </a:p>
          <a:p>
            <a:r>
              <a:t/>
            </a:r>
          </a:p>
          <a:p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三  结论与讨论</a:t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3 · 章节标题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EB760772-F27A-4FB3-ACE1-5C5C0DCFD90B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3881945A-C35D-4DE0-BBA0-81C63D28214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章节过渡</a:t>
            </a:r>
          </a:p>
        </p:txBody>
      </p:sp>
      <p:sp>
        <p:nvSpPr>
          <p:cNvPr id="4" name="章节编号">
            <a:extLst>
              <a:ext uri="{FF2B5EF4-FFF2-40B4-BE49-F238E27FC236}">
                <ns2:creationId id="{F2D2E18C-5411-4D0D-8AC1-705E9A934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650" y="1952625"/>
            <a:ext cx="10096500" cy="495300"/>
          </a:xfrm>
        </p:spPr>
        <p:txBody>
          <a:bodyPr lIns="0" tIns="0" rIns="0" bIns="0" anchor="t"/>
          <a:lstStyle>
            <a:def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第一部分</a:t>
            </a:r>
          </a:p>
        </p:txBody>
      </p:sp>
      <p:sp>
        <p:nvSpPr>
          <p:cNvPr id="5" name="章节标题">
            <a:extLst>
              <a:ext uri="{FF2B5EF4-FFF2-40B4-BE49-F238E27FC236}">
                <ns2:creationId id="{96CBDE3E-CDF9-47A7-9BB0-FC69B29729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09650" y="2714625"/>
            <a:ext cx="10096500" cy="952500"/>
          </a:xfrm>
        </p:spPr>
        <p:txBody>
          <a:bodyPr lIns="0" tIns="0" rIns="0" bIns="0" anchor="t"/>
          <a:lstStyle>
            <a:def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defPPr>
            <a:lvl1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1pPr>
            <a:lvl2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2pPr>
            <a:lvl3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3pPr>
            <a:lvl4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4pPr>
            <a:lvl5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5pPr>
            <a:lvl6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6pPr>
            <a:lvl7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7pPr>
            <a:lvl8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8pPr>
            <a:lvl9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3525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在此填写章节标题</a:t>
            </a:r>
          </a:p>
        </p:txBody>
      </p:sp>
      <p:sp>
        <p:nvSpPr>
          <p:cNvPr id="6" name="章节说明">
            <a:extLst>
              <a:ext uri="{FF2B5EF4-FFF2-40B4-BE49-F238E27FC236}">
                <ns2:creationId id="{A346D356-EF5B-4DEE-9CF5-E3E4E582796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028700" y="3952875"/>
            <a:ext cx="10096500" cy="952500"/>
          </a:xfrm>
        </p:spPr>
        <p:txBody>
          <a:bodyPr lIns="0" tIns="0" rIns="0" bIns="0" anchor="t"/>
          <a:lstStyle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用一句话概括本部分的问题或内容</a:t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4 · 标题与正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9D6CFF56-330D-47BB-9C84-103699B4218E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F2D10A62-F5B1-4564-A009-CF2782F56BB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页面标题</a:t>
            </a:r>
          </a:p>
        </p:txBody>
      </p:sp>
      <p:sp>
        <p:nvSpPr>
          <p:cNvPr id="4" name="正文">
            <a:extLst>
              <a:ext uri="{FF2B5EF4-FFF2-40B4-BE49-F238E27FC236}">
                <ns2:creationId id="{23D0CD1F-8A93-40A5-82E8-9CE07958F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10820400" cy="3810000"/>
          </a:xfrm>
        </p:spPr>
        <p:txBody>
          <a:bodyPr lIns="0" tIns="0" rIns="0" bIns="0" anchor="t"/>
          <a:lstStyle>
            <a:def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在此填写正文要点</a:t>
            </a:r>
          </a:p>
          <a:p>
            <a:r>
              <a:t/>
            </a:r>
          </a:p>
          <a:p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每页围绕一个主题展开</a:t>
            </a:r>
          </a:p>
          <a:p>
            <a:r>
              <a:t/>
            </a:r>
          </a:p>
          <a:p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保留必要的结论、依据与限定条件</a:t>
            </a:r>
          </a:p>
        </p:txBody>
      </p:sp>
      <p:sp>
        <p:nvSpPr>
          <p:cNvPr id="5" name="来源说明">
            <a:extLst>
              <a:ext uri="{FF2B5EF4-FFF2-40B4-BE49-F238E27FC236}">
                <ns2:creationId id="{B07AB216-3D83-48A4-843B-C027635ABC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5800" y="6115050"/>
            <a:ext cx="10820400" cy="304800"/>
          </a:xfrm>
        </p:spPr>
        <p:txBody>
          <a:bodyPr lIns="0" tIns="0" rIns="0" bIns="0" anchor="t"/>
          <a:lstStyle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资料来源／补充说明</a:t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5 · 双栏对照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章节名称">
            <a:extLst>
              <a:ext uri="{FF2B5EF4-FFF2-40B4-BE49-F238E27FC236}">
                <ns2:creationId id="{F744F0F3-0025-4FE7-BB8C-F4FBFA145599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4" name="页面标题">
            <a:extLst>
              <a:ext uri="{FF2B5EF4-FFF2-40B4-BE49-F238E27FC236}">
                <ns2:creationId id="{2814AAFD-A0BD-4459-AE39-F4BE41F6DBD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对照主题</a:t>
            </a:r>
          </a:p>
        </p:txBody>
      </p:sp>
      <p:sp>
        <p:nvSpPr>
          <p:cNvPr id="5" name="">
            <a:extLst>
              <a:ext uri="{FF2B5EF4-FFF2-40B4-BE49-F238E27FC236}">
                <ns2:creationId id="{6B43F750-E5D6-41AE-870A-727F4F92AF6D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5238750" cy="409575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37646AB6-E82C-440D-9825-89EFCD7A327F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5238750" cy="409575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6" name="左栏标题">
            <a:extLst>
              <a:ext uri="{FF2B5EF4-FFF2-40B4-BE49-F238E27FC236}">
                <ns2:creationId id="{270A4848-6222-4219-A50D-1E0A81233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950" y="1704975"/>
            <a:ext cx="4972050" cy="352425"/>
          </a:xfrm>
        </p:spPr>
        <p:txBody>
          <a:bodyPr lIns="0" tIns="0" rIns="0" bIns="0" anchor="t"/>
          <a:lstStyle>
            <a:def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左栏标题</a:t>
            </a:r>
          </a:p>
        </p:txBody>
      </p:sp>
      <p:sp>
        <p:nvSpPr>
          <p:cNvPr id="7" name="右栏标题">
            <a:extLst>
              <a:ext uri="{FF2B5EF4-FFF2-40B4-BE49-F238E27FC236}">
                <ns2:creationId id="{143082AB-4E5E-4FC1-819A-03B9775D85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7950" y="1704975"/>
            <a:ext cx="4972050" cy="352425"/>
          </a:xfrm>
        </p:spPr>
        <p:txBody>
          <a:bodyPr lIns="0" tIns="0" rIns="0" bIns="0" anchor="t"/>
          <a:lstStyle>
            <a:def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右栏标题</a:t>
            </a:r>
          </a:p>
        </p:txBody>
      </p:sp>
      <p:sp>
        <p:nvSpPr>
          <p:cNvPr id="8" name="左栏正文">
            <a:extLst>
              <a:ext uri="{FF2B5EF4-FFF2-40B4-BE49-F238E27FC236}">
                <ns2:creationId id="{E74E1C10-C0E4-4E5D-B9DA-1E4CFDE798C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42950" y="2286000"/>
            <a:ext cx="4972050" cy="3314700"/>
          </a:xfrm>
        </p:spPr>
        <p:txBody>
          <a:bodyPr lIns="0" tIns="0" rIns="0" bIns="0" anchor="t"/>
          <a:lstStyle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在此填写左栏内容</a:t>
            </a:r>
          </a:p>
          <a:p>
            <a:r>
              <a:t/>
            </a:r>
          </a:p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观点、方法或条件</a:t>
            </a:r>
          </a:p>
        </p:txBody>
      </p:sp>
      <p:sp>
        <p:nvSpPr>
          <p:cNvPr id="9" name="右栏正文">
            <a:extLst>
              <a:ext uri="{FF2B5EF4-FFF2-40B4-BE49-F238E27FC236}">
                <ns2:creationId id="{BBDDBCA1-4D68-4A9A-9BF4-260F7942190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457950" y="2286000"/>
            <a:ext cx="4972050" cy="3314700"/>
          </a:xfrm>
        </p:spPr>
        <p:txBody>
          <a:bodyPr lIns="0" tIns="0" rIns="0" bIns="0" anchor="t"/>
          <a:lstStyle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在此填写右栏内容</a:t>
            </a:r>
          </a:p>
          <a:p>
            <a:r>
              <a:t/>
            </a:r>
          </a:p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对照、结果或局限</a:t>
            </a:r>
          </a:p>
        </p:txBody>
      </p:sp>
      <p:sp>
        <p:nvSpPr>
          <p:cNvPr id="10" name="来源说明">
            <a:extLst>
              <a:ext uri="{FF2B5EF4-FFF2-40B4-BE49-F238E27FC236}">
                <ns2:creationId id="{00DBACD1-BC84-42A7-939B-7F78E67CAFDC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85800" y="6115050"/>
            <a:ext cx="10820400" cy="304800"/>
          </a:xfrm>
        </p:spPr>
        <p:txBody>
          <a:bodyPr lIns="0" tIns="0" rIns="0" bIns="0" anchor="t"/>
          <a:lstStyle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资料来源／比较口径</a:t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6 · 左文右图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80902302-B19B-46C5-9F8A-CEF43E8D502E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F87B310A-E389-41C5-AAF9-172758A7A5F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主题与图示</a:t>
            </a:r>
          </a:p>
        </p:txBody>
      </p:sp>
      <p:sp>
        <p:nvSpPr>
          <p:cNvPr id="4" name="说明文字">
            <a:extLst>
              <a:ext uri="{FF2B5EF4-FFF2-40B4-BE49-F238E27FC236}">
                <ns2:creationId id="{FDE1E619-9577-4212-BB57-F130DC597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09750"/>
            <a:ext cx="4000500" cy="3476625"/>
          </a:xfrm>
        </p:spPr>
        <p:txBody>
          <a:bodyPr lIns="0" tIns="0" rIns="0" bIns="0" anchor="t"/>
          <a:lstStyle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在此说明图中最重要的信息</a:t>
            </a:r>
          </a:p>
          <a:p>
            <a:r>
              <a:t/>
            </a:r>
          </a:p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明确输入、输出或比较关系</a:t>
            </a:r>
          </a:p>
        </p:txBody>
      </p:sp>
      <p:sp>
        <p:nvSpPr>
          <p:cNvPr id="5" name="图片占位符">
            <a:extLst>
              <a:ext uri="{FF2B5EF4-FFF2-40B4-BE49-F238E27FC236}">
                <ns2:creationId id="{448A99A4-11D5-45EE-8745-DE8A55F8E6BD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91125" y="1714500"/>
            <a:ext cx="6334125" cy="3905250"/>
          </a:xfrm>
        </p:spPr>
        <p:txBody>
          <a:bodyPr lIns="0" tIns="0" rIns="0" bIns="0" anchor="t"/>
          <a:lstStyle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r>
              <a:t/>
            </a:r>
          </a:p>
        </p:txBody>
      </p:sp>
      <p:sp>
        <p:nvSpPr>
          <p:cNvPr id="6" name="图注">
            <a:extLst>
              <a:ext uri="{FF2B5EF4-FFF2-40B4-BE49-F238E27FC236}">
                <ns2:creationId id="{F5F1392A-F24D-4C34-B1BF-158A3FFBE9C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191125" y="5791200"/>
            <a:ext cx="6334125" cy="390525"/>
          </a:xfrm>
        </p:spPr>
        <p:txBody>
          <a:bodyPr lIns="0" tIns="0" rIns="0" bIns="0" anchor="t"/>
          <a:lstStyle>
            <a:def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图题／图片来源</a:t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7 · 大图或视频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213AC56C-7727-4302-80D9-D30BB65F7C08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F725F7BB-1B8F-4B01-B9B9-D560EA5026A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图示／演示主题</a:t>
            </a:r>
          </a:p>
        </p:txBody>
      </p:sp>
      <p:sp>
        <p:nvSpPr>
          <p:cNvPr id="4" name="大图占位符">
            <a:extLst>
              <a:ext uri="{FF2B5EF4-FFF2-40B4-BE49-F238E27FC236}">
                <ns2:creationId id="{5F10866C-8948-476E-AAAF-8ACA79B28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5800" y="1428750"/>
            <a:ext cx="10820400" cy="4381500"/>
          </a:xfrm>
        </p:spPr>
        <p:txBody>
          <a:bodyPr lIns="0" tIns="0" rIns="0" bIns="0" anchor="t"/>
          <a:lstStyle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r>
              <a:t/>
            </a:r>
          </a:p>
        </p:txBody>
      </p:sp>
      <p:sp>
        <p:nvSpPr>
          <p:cNvPr id="5" name="图注">
            <a:extLst>
              <a:ext uri="{FF2B5EF4-FFF2-40B4-BE49-F238E27FC236}">
                <ns2:creationId id="{F9E0554B-7AE0-464B-9965-783F51256F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5800" y="6000750"/>
            <a:ext cx="10820400" cy="400050"/>
          </a:xfrm>
        </p:spPr>
        <p:txBody>
          <a:bodyPr lIns="0" tIns="0" rIns="0" bIns="0" anchor="t"/>
          <a:lstStyle>
            <a:def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图题、关键观察与来源；视频可通过“插入 → 视频”添加</a:t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8 · 表格与结果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章节名称">
            <a:extLst>
              <a:ext uri="{FF2B5EF4-FFF2-40B4-BE49-F238E27FC236}">
                <ns2:creationId id="{38991E71-E036-4DE1-8918-26C729CCB408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4" name="页面标题">
            <a:extLst>
              <a:ext uri="{FF2B5EF4-FFF2-40B4-BE49-F238E27FC236}">
                <ns2:creationId id="{B51DCA32-B11E-4BE6-924B-6129F46174F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实验结果</a:t>
            </a:r>
          </a:p>
        </p:txBody>
      </p:sp>
      <p:sp>
        <p:nvSpPr>
          <p:cNvPr id="5" name="表格占位符">
            <a:extLst>
              <a:ext uri="{FF2B5EF4-FFF2-40B4-BE49-F238E27FC236}">
                <ns2:creationId id="{B939E7B7-1547-42CE-AF41-42ED66113B0D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85800" y="1666875"/>
            <a:ext cx="10820400" cy="3143250"/>
          </a:xfrm>
        </p:spPr>
        <p:txBody>
          <a:bodyPr lIns="0" tIns="0" rIns="0" bIns="0" anchor="t"/>
          <a:lstStyle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ns2:creationId id="{B26D8966-CA9A-4DFF-B4A8-AFD1029DB9C3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4000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68F1779A-0CD9-43FF-AB8A-B5BC0B519E8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676275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</p:sp>
      <p:sp>
        <p:nvSpPr>
          <p:cNvPr id="7" name="结果解读标题">
            <a:extLst>
              <a:ext uri="{FF2B5EF4-FFF2-40B4-BE49-F238E27FC236}">
                <ns2:creationId id="{A44FD9D0-B258-4458-863E-F361A5DE84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19150" y="5257800"/>
            <a:ext cx="10515600" cy="323850"/>
          </a:xfrm>
        </p:spPr>
        <p:txBody>
          <a:bodyPr lIns="0" tIns="0" rIns="0" bIns="0" anchor="t"/>
          <a:lstStyle>
            <a:def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结果解读</a:t>
            </a:r>
          </a:p>
        </p:txBody>
      </p:sp>
      <p:sp>
        <p:nvSpPr>
          <p:cNvPr id="8" name="结果解读">
            <a:extLst>
              <a:ext uri="{FF2B5EF4-FFF2-40B4-BE49-F238E27FC236}">
                <ns2:creationId id="{4BBA958F-F9F0-4D75-9177-0F3F8AAD409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19150" y="5753100"/>
            <a:ext cx="10515600" cy="438150"/>
          </a:xfrm>
        </p:spPr>
        <p:txBody>
          <a:bodyPr lIns="0" tIns="0" rIns="0" bIns="0" anchor="t"/>
          <a:lstStyle>
            <a:def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0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填写主要发现、评估设置或结果限制</a:t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09 · 公式与说明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章节名称">
            <a:extLst>
              <a:ext uri="{FF2B5EF4-FFF2-40B4-BE49-F238E27FC236}">
                <ns2:creationId id="{5959EBC6-716C-41B7-A631-56B01A278331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4" name="页面标题">
            <a:extLst>
              <a:ext uri="{FF2B5EF4-FFF2-40B4-BE49-F238E27FC236}">
                <ns2:creationId id="{1D420873-CF81-4632-972D-270A90D3FA5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核心公式／问题定义</a:t>
            </a:r>
          </a:p>
        </p:txBody>
      </p:sp>
      <p:sp>
        <p:nvSpPr>
          <p:cNvPr id="5" name="问题描述">
            <a:extLst>
              <a:ext uri="{FF2B5EF4-FFF2-40B4-BE49-F238E27FC236}">
                <ns2:creationId id="{E758DCCE-9079-4701-B852-0AA8B0E10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571625"/>
            <a:ext cx="10820400" cy="628650"/>
          </a:xfrm>
        </p:spPr>
        <p:txBody>
          <a:bodyPr lIns="0" tIns="0" rIns="0" bIns="0" anchor="t"/>
          <a:lstStyle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说明变量、建模条件与公式要解决的问题</a:t>
            </a:r>
          </a:p>
        </p:txBody>
      </p:sp>
      <p:sp>
        <p:nvSpPr>
          <p:cNvPr id="6" name="公式占位符">
            <a:extLst>
              <a:ext uri="{FF2B5EF4-FFF2-40B4-BE49-F238E27FC236}">
                <ns2:creationId id="{61FCB5B2-BE35-4D3C-9EB5-867AAA8B71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43000" y="2638425"/>
            <a:ext cx="9906000" cy="1047750"/>
          </a:xfrm>
        </p:spPr>
        <p:txBody>
          <a:bodyPr lIns="0" tIns="0" rIns="0" bIns="0" anchor="t"/>
          <a:lstStyle>
            <a:def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925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在此输入公式（插入 → 公式）</a:t>
            </a:r>
          </a:p>
        </p:txBody>
      </p:sp>
      <p:sp>
        <p:nvSpPr>
          <p:cNvPr id="7" name="">
            <a:extLst>
              <a:ext uri="{FF2B5EF4-FFF2-40B4-BE49-F238E27FC236}">
                <ns2:creationId id="{A0A97509-6634-4ACD-938B-A10B05B7BDD9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0820400" cy="409575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664FC609-E536-4BE9-A91E-8F1D74BE3268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10820400" cy="127635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</p:sp>
      <p:sp>
        <p:nvSpPr>
          <p:cNvPr id="8" name="公式说明标题">
            <a:extLst>
              <a:ext uri="{FF2B5EF4-FFF2-40B4-BE49-F238E27FC236}">
                <ns2:creationId id="{D6B4259A-B2BF-49AB-89BD-1E5E7CE410C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19150" y="4210050"/>
            <a:ext cx="10515600" cy="333375"/>
          </a:xfrm>
        </p:spPr>
        <p:txBody>
          <a:bodyPr lIns="0" tIns="0" rIns="0" bIns="0" anchor="t"/>
          <a:lstStyle>
            <a:def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变量与假设</a:t>
            </a:r>
          </a:p>
        </p:txBody>
      </p:sp>
      <p:sp>
        <p:nvSpPr>
          <p:cNvPr id="9" name="公式说明">
            <a:extLst>
              <a:ext uri="{FF2B5EF4-FFF2-40B4-BE49-F238E27FC236}">
                <ns2:creationId id="{AF82282B-8C13-4282-A333-90FC818BB83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19150" y="4800600"/>
            <a:ext cx="10515600" cy="876300"/>
          </a:xfrm>
        </p:spPr>
        <p:txBody>
          <a:bodyPr lIns="0" tIns="0" rIns="0" bIns="0" anchor="t"/>
          <a:lstStyle>
            <a:def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填写变量含义、单位和适用范围</a:t>
            </a:r>
          </a:p>
        </p:txBody>
      </p:sp>
      <p:sp>
        <p:nvSpPr>
          <p:cNvPr id="10" name="来源说明">
            <a:extLst>
              <a:ext uri="{FF2B5EF4-FFF2-40B4-BE49-F238E27FC236}">
                <ns2:creationId id="{7F66E972-CE67-4BEE-85A5-263B056825C9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85800" y="6115050"/>
            <a:ext cx="10820400" cy="304800"/>
          </a:xfrm>
        </p:spPr>
        <p:txBody>
          <a:bodyPr lIns="0" tIns="0" rIns="0" bIns="0" anchor="t"/>
          <a:lstStyle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公式来源／推导说明</a:t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preserve="1">
  <p:cSld name="10 · 空白内容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章节名称">
            <a:extLst>
              <a:ext uri="{FF2B5EF4-FFF2-40B4-BE49-F238E27FC236}">
                <ns2:creationId id="{2FDE5CA6-251A-4FD8-A441-8AADB04F4F50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28600" y="66675"/>
            <a:ext cx="11191875" cy="276225"/>
          </a:xfrm>
        </p:spPr>
        <p:txBody>
          <a:bodyPr lIns="0" tIns="0" rIns="0" bIns="0" anchor="t"/>
          <a:lstStyle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>
              <a:ext uri="{FF2B5EF4-FFF2-40B4-BE49-F238E27FC236}">
                <ns2:creationId id="{00DF4550-40AE-43F0-BA0E-A62C9E29C26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61950" y="523875"/>
            <a:ext cx="11049000" cy="485775"/>
          </a:xfrm>
        </p:spPr>
        <p:txBody>
          <a:bodyPr lIns="0" tIns="0" rIns="0" bIns="0" anchor="t"/>
          <a:lstStyle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页面标题</a:t>
            </a:r>
          </a:p>
        </p:txBody>
      </p:sp>
    </p:spTree>
  </p:cSld>
</p:sldLayout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2e053e190974fe3" /><Relationship Type="http://schemas.openxmlformats.org/officeDocument/2006/relationships/theme" Target="/ppt/slideMasters/theme/theme3.xml" Id="R462b4446c5a9494f" /><Relationship Type="http://schemas.openxmlformats.org/officeDocument/2006/relationships/slideLayout" Target="/ppt/slideLayouts/slideLayout7.xml" Id="R3d0d971827c049b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1259882b7b14a60" /><Relationship Type="http://schemas.openxmlformats.org/officeDocument/2006/relationships/slideLayout" Target="/ppt/slideLayouts/slideLayout8.xml" Id="R5bfc63dcd51f4b36" /><Relationship Type="http://schemas.openxmlformats.org/officeDocument/2006/relationships/slideLayout" Target="/ppt/slideLayouts/slideLayout9.xml" Id="Rebe0db482d3c4ae5" /><Relationship Type="http://schemas.openxmlformats.org/officeDocument/2006/relationships/slideLayout" Target="/ppt/slideLayouts/slideLayout10.xml" Id="R38f5d047047e4198" /><Relationship Type="http://schemas.openxmlformats.org/officeDocument/2006/relationships/slideLayout" Target="/ppt/slideLayouts/slideLayout11.xml" Id="R3083098088c9464d" /><Relationship Type="http://schemas.openxmlformats.org/officeDocument/2006/relationships/slideLayout" Target="/ppt/slideLayouts/slideLayout12.xml" Id="Re61f8ae734e74f7d" /><Relationship Type="http://schemas.openxmlformats.org/officeDocument/2006/relationships/slideLayout" Target="/ppt/slideLayouts/slideLayout13.xml" Id="Re0793a04988f420c" /><Relationship Type="http://schemas.openxmlformats.org/officeDocument/2006/relationships/slideLayout" Target="/ppt/slideLayouts/slideLayout14.xml" Id="Rb11ef2d3192b4682" /><Relationship Type="http://schemas.openxmlformats.org/officeDocument/2006/relationships/slideLayout" Target="/ppt/slideLayouts/slideLayout15.xml" Id="R33cc5a573d9f4827" /><Relationship Type="http://schemas.openxmlformats.org/officeDocument/2006/relationships/slideLayout" Target="/ppt/slideLayouts/slideLayout16.xml" Id="R684d354244d04baf" /></Relationships>
</file>

<file path=ppt/slideMasters/slideMaster2.xml><?xml version="1.0" encoding="utf-8"?>
<p:sldMaster xmlns:p="http://schemas.openxmlformats.org/presentationml/2006/main">
  <p:cSld name="CUHK · 封面母版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C7ED-126E-4238-86DE-369F9E9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180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2CCE5-FEA9-4D9F-AC6B-BC1F1A41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CBDA8-3E9E-4A77-BFA2-7665E4E93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053e190974fe3"/>
          <a:stretch xmlns:a="http://schemas.openxmlformats.org/drawingml/2006/main"/>
        </p:blipFill>
        <p:spPr>
          <a:xfrm xmlns:a="http://schemas.openxmlformats.org/drawingml/2006/main">
            <a:off x="9783867" y="419100"/>
            <a:ext cx="1901615" cy="1504950"/>
          </a:xfrm>
          <a:prstGeom xmlns:a="http://schemas.openxmlformats.org/drawingml/2006/main" prst="rect">
            <a:avLst/>
          </a:prstGeom>
        </p:spPr>
      </p:pic>
      <p:sp>
        <p:nvSpPr>
          <p:cNvPr id="4" name="大学英文名称">
            <a:extLst xmlns:a="http://schemas.openxmlformats.org/drawingml/2006/main">
              <a:ext uri="{FF2B5EF4-FFF2-40B4-BE49-F238E27FC236}">
                <a16:creationId xmlns:a16="http://schemas.microsoft.com/office/drawing/2014/main" id="{B442FC7C-FF72-45F9-9549-0951A7B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959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1650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The Chinese University</a:t>
            </a:r>
          </a:p>
          <a:p xmlns:a="http://schemas.openxmlformats.org/drawingml/2006/main">
            <a:pPr algn="ctr">
              <a:defRPr sz="165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1650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of Hong Kong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3d0d971827c049bc"/>
  </p:sldLayoutIdLst>
</p:sldMaster>
</file>

<file path=ppt/slideMasters/slideMaster3.xml><?xml version="1.0" encoding="utf-8"?>
<p:sldMaster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 name="CUHK · 内容母版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9AC7F5D2-5013-47F8-8760-E657D9E1F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332564EA-CA1E-43A3-8E2E-FC6AE21FA0BE}"/>
              </a:ext>
            </a:extLst>
          </p:cNvPr>
          <p:cNvSpPr>
            <a:spLocks noGrp="1"/>
          </p:cNvSpPr>
          <p:nvPr/>
        </p:nvSpPr>
        <p:spPr>
          <a:xfrm>
            <a:off x="11868150" y="533400"/>
            <a:ext cx="57150" cy="257175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48DE90A1-9FBA-431D-8228-F1189E265756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8782050" cy="3429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4" name="">
            <a:extLst>
              <a:ext uri="{FF2B5EF4-FFF2-40B4-BE49-F238E27FC236}">
                <ns2:creationId id="{98B5D698-E3C0-4397-8181-AD5601255139}"/>
              </a:ext>
            </a:extLst>
          </p:cNvPr>
          <p:cNvSpPr>
            <a:spLocks noGrp="1"/>
          </p:cNvSpPr>
          <p:nvPr/>
        </p:nvSpPr>
        <p:spPr>
          <a:xfrm>
            <a:off x="8782050" y="6515100"/>
            <a:ext cx="3409950" cy="3429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</p:sp>
      <p:sp>
        <p:nvSpPr>
          <p:cNvPr id="5" name="全局页脚：汇报人">
            <a:extLst>
              <a:ext uri="{FF2B5EF4-FFF2-40B4-BE49-F238E27FC236}">
                <ns2:creationId id="{7DD83E52-9C05-4226-8783-DC49B5DBCE2F}"/>
              </a:ext>
            </a:extLst>
          </p:cNvPr>
          <p:cNvSpPr>
            <a:spLocks noGrp="1"/>
          </p:cNvSpPr>
          <p:nvPr/>
        </p:nvSpPr>
        <p:spPr>
          <a:xfrm>
            <a:off x="342900" y="6553200"/>
            <a:ext cx="12001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汇报人</a:t>
            </a:r>
          </a:p>
        </p:txBody>
      </p:sp>
      <p:sp>
        <p:nvSpPr>
          <p:cNvPr id="6" name="页脚金色分隔符">
            <a:extLst>
              <a:ext uri="{FF2B5EF4-FFF2-40B4-BE49-F238E27FC236}">
                <ns2:creationId id="{163B591B-06DA-4E6A-8D09-D0C1D428582E}"/>
              </a:ext>
            </a:extLst>
          </p:cNvPr>
          <p:cNvSpPr>
            <a:spLocks noGrp="1"/>
          </p:cNvSpPr>
          <p:nvPr/>
        </p:nvSpPr>
        <p:spPr>
          <a:xfrm>
            <a:off x="1571625" y="6553200"/>
            <a:ext cx="190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defPPr>
            <a:lvl1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1pPr>
            <a:lvl2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2pPr>
            <a:lvl3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3pPr>
            <a:lvl4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4pPr>
            <a:lvl5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5pPr>
            <a:lvl6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6pPr>
            <a:lvl7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7pPr>
            <a:lvl8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8pPr>
            <a:lvl9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 algn="l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accent2"/>
                </a:solidFill>
                <a:latin typeface="FangSong"/>
                <a:ea typeface="FangSong"/>
                <a:cs typeface="FangSong"/>
              </a:rPr>
              <a:t>|</a:t>
            </a:r>
          </a:p>
        </p:txBody>
      </p:sp>
      <p:sp>
        <p:nvSpPr>
          <p:cNvPr id="7" name="全局页脚：报告简称">
            <a:extLst>
              <a:ext uri="{FF2B5EF4-FFF2-40B4-BE49-F238E27FC236}">
                <ns2:creationId id="{62432FDD-8A4A-4DBD-B4A6-3F468B0FEDC2}"/>
              </a:ext>
            </a:extLst>
          </p:cNvPr>
          <p:cNvSpPr>
            <a:spLocks noGrp="1"/>
          </p:cNvSpPr>
          <p:nvPr/>
        </p:nvSpPr>
        <p:spPr>
          <a:xfrm>
            <a:off x="1790700" y="6553200"/>
            <a:ext cx="64770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报告简称</a:t>
            </a:r>
          </a:p>
        </p:txBody>
      </p:sp>
      <p:sp>
        <p:nvSpPr>
          <p:cNvPr id="8" name="学校简称">
            <a:extLst>
              <a:ext uri="{FF2B5EF4-FFF2-40B4-BE49-F238E27FC236}">
                <ns2:creationId id="{4BAE1021-E7B5-41AD-AB6B-2413CE5D470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71437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>
            <a:pPr algn="l">
              <a:defRPr sz="15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CUHK</a:t>
            </a:r>
          </a:p>
        </p:txBody>
      </p:sp>
      <p:sp>
        <p:nvSpPr>
          <p:cNvPr id="9" name="自动页码">
            <a:extLst>
              <a:ext uri="{FF2B5EF4-FFF2-40B4-BE49-F238E27FC236}">
                <ns2:creationId id="{74365AD9-E1F5-4D9B-8739-90BD70B6454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5715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defPPr>
            <a:lvl1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1pPr>
            <a:lvl2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2pPr>
            <a:lvl3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3pPr>
            <a:lvl4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4pPr>
            <a:lvl5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5pPr>
            <a:lvl6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6pPr>
            <a:lvl7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7pPr>
            <a:lvl8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8pPr>
            <a:lvl9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lvl9pPr>
          </a:lstStyle>
          <a:p>
            <a:pPr algn="r">
              <a:defRPr sz="1500">
                <a:solidFill>
                  <a:schemeClr val="accent2"/>
                </a:solidFill>
                <a:latin typeface="FangSong"/>
                <a:ea typeface="FangSong"/>
                <a:cs typeface="FangSong"/>
              </a:defRPr>
            </a:pPr>
            <a:fld id="{BE767E25-63BD-4419-AA16-A76BA7F19F08}" type="slidenum">
              <a:rPr sz="1500">
                <a:solidFill>
                  <a:schemeClr val="accent2"/>
                </a:solidFill>
                <a:latin typeface="FangSong"/>
                <a:ea typeface="FangSong"/>
                <a:cs typeface="FangSong"/>
              </a:rPr>
              <a:t>1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5bfc63dcd51f4b36"/>
    <p:sldLayoutId id="2147483659" r:id="Rebe0db482d3c4ae5"/>
    <p:sldLayoutId id="2147483660" r:id="R38f5d047047e4198"/>
    <p:sldLayoutId id="2147483661" r:id="R3083098088c9464d"/>
    <p:sldLayoutId id="2147483662" r:id="Re61f8ae734e74f7d"/>
    <p:sldLayoutId id="2147483663" r:id="Re0793a04988f420c"/>
    <p:sldLayoutId id="2147483664" r:id="Rb11ef2d3192b4682"/>
    <p:sldLayoutId id="2147483665" r:id="R33cc5a573d9f4827"/>
    <p:sldLayoutId id="2147483666" r:id="R684d354244d04baf"/>
  </p:sldLayoutIdLst>
</p:sldMaster>
</file>

<file path=ppt/slideMasters/theme/theme2.xml><?xml version="1.0" encoding="utf-8"?>
<a:theme xmlns:a="http://schemas.openxmlformats.org/drawingml/2006/main" name="ChatGPT">
  <a:themeElements>
    <a:clrScheme name="CUHK 紫金">
      <a:dk1>
        <a:srgbClr val="24212A"/>
      </a:dk1>
      <a:lt1>
        <a:srgbClr val="FFFFFF"/>
      </a:lt1>
      <a:dk2>
        <a:srgbClr val="4D174F"/>
      </a:dk2>
      <a:lt2>
        <a:srgbClr val="F4F2F5"/>
      </a:lt2>
      <a:accent1>
        <a:srgbClr val="6F2472"/>
      </a:accent1>
      <a:accent2>
        <a:srgbClr val="E5AE2B"/>
      </a:accent2>
      <a:accent3>
        <a:srgbClr val="4D174F"/>
      </a:accent3>
      <a:accent4>
        <a:srgbClr val="F7E9BB"/>
      </a:accent4>
      <a:accent5>
        <a:srgbClr val="706A73"/>
      </a:accent5>
      <a:accent6>
        <a:srgbClr val="F4F2F5"/>
      </a:accent6>
      <a:hlink>
        <a:srgbClr val="6F2472"/>
      </a:hlink>
      <a:folHlink>
        <a:srgbClr val="4D174F"/>
      </a:folHlink>
    </a:clrScheme>
    <a:fontScheme name="">
      <a:majorFont>
        <a:latin typeface="FangSong"/>
        <a:ea typeface=""/>
        <a:cs typeface=""/>
      </a:majorFont>
      <a:minorFont>
        <a:latin typeface="FangSong"/>
        <a:ea typeface=""/>
        <a:cs typeface=""/>
      </a:minorFont>
    </a:fontScheme>
    <a:fmtScheme name="CUHK 紫金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UHK 紫金">
      <a:dk1>
        <a:srgbClr val="24212A"/>
      </a:dk1>
      <a:lt1>
        <a:srgbClr val="FFFFFF"/>
      </a:lt1>
      <a:dk2>
        <a:srgbClr val="4D174F"/>
      </a:dk2>
      <a:lt2>
        <a:srgbClr val="F4F2F5"/>
      </a:lt2>
      <a:accent1>
        <a:srgbClr val="6F2472"/>
      </a:accent1>
      <a:accent2>
        <a:srgbClr val="E5AE2B"/>
      </a:accent2>
      <a:accent3>
        <a:srgbClr val="4D174F"/>
      </a:accent3>
      <a:accent4>
        <a:srgbClr val="F7E9BB"/>
      </a:accent4>
      <a:accent5>
        <a:srgbClr val="706A73"/>
      </a:accent5>
      <a:accent6>
        <a:srgbClr val="F4F2F5"/>
      </a:accent6>
      <a:hlink>
        <a:srgbClr val="6F2472"/>
      </a:hlink>
      <a:folHlink>
        <a:srgbClr val="4D174F"/>
      </a:folHlink>
    </a:clrScheme>
    <a:fontScheme name="">
      <a:majorFont>
        <a:latin typeface="FangSong"/>
        <a:ea typeface=""/>
        <a:cs typeface=""/>
      </a:majorFont>
      <a:minorFont>
        <a:latin typeface="FangSong"/>
        <a:ea typeface=""/>
        <a:cs typeface=""/>
      </a:minorFont>
    </a:fontScheme>
    <a:fmtScheme name="CUHK 紫金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UHK 紫金">
      <a:dk1>
        <a:srgbClr val="24212A"/>
      </a:dk1>
      <a:lt1>
        <a:srgbClr val="FFFFFF"/>
      </a:lt1>
      <a:dk2>
        <a:srgbClr val="4D174F"/>
      </a:dk2>
      <a:lt2>
        <a:srgbClr val="F4F2F5"/>
      </a:lt2>
      <a:accent1>
        <a:srgbClr val="6F2472"/>
      </a:accent1>
      <a:accent2>
        <a:srgbClr val="E5AE2B"/>
      </a:accent2>
      <a:accent3>
        <a:srgbClr val="4D174F"/>
      </a:accent3>
      <a:accent4>
        <a:srgbClr val="F7E9BB"/>
      </a:accent4>
      <a:accent5>
        <a:srgbClr val="706A73"/>
      </a:accent5>
      <a:accent6>
        <a:srgbClr val="F4F2F5"/>
      </a:accent6>
      <a:hlink>
        <a:srgbClr val="6F2472"/>
      </a:hlink>
      <a:folHlink>
        <a:srgbClr val="4D174F"/>
      </a:folHlink>
    </a:clrScheme>
    <a:fontScheme name="">
      <a:majorFont>
        <a:latin typeface="FangSong"/>
        <a:ea typeface=""/>
        <a:cs typeface=""/>
      </a:majorFont>
      <a:minorFont>
        <a:latin typeface="FangSong"/>
        <a:ea typeface=""/>
        <a:cs typeface=""/>
      </a:minorFont>
    </a:fontScheme>
    <a:fmtScheme name="CUHK 紫金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abe508d3504c3c" /><Relationship Type="http://schemas.openxmlformats.org/officeDocument/2006/relationships/notesSlide" Target="/ppt/notesSlides/notesSlide1.xml" Id="R0e2399b82478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7fd6a54273434e" /><Relationship Type="http://schemas.openxmlformats.org/officeDocument/2006/relationships/notesSlide" Target="/ppt/notesSlides/notesSlide2.xml" Id="Rf98f0d0c73494f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ed137d752b945ac" /><Relationship Type="http://schemas.openxmlformats.org/officeDocument/2006/relationships/notesSlide" Target="/ppt/notesSlides/notesSlide3.xml" Id="R9e0e0c005387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0570ff26ad74724" /><Relationship Type="http://schemas.openxmlformats.org/officeDocument/2006/relationships/notesSlide" Target="/ppt/notesSlides/notesSlide4.xml" Id="R5b6dbf3391b3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3744b26d9054855" /><Relationship Type="http://schemas.openxmlformats.org/officeDocument/2006/relationships/notesSlide" Target="/ppt/notesSlides/notesSlide5.xml" Id="Rbaa31dbb089942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32199936b1482f" /><Relationship Type="http://schemas.openxmlformats.org/officeDocument/2006/relationships/notesSlide" Target="/ppt/notesSlides/notesSlide6.xml" Id="R8eaa9330286d45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66c6175165a4af5" /><Relationship Type="http://schemas.openxmlformats.org/officeDocument/2006/relationships/notesSlide" Target="/ppt/notesSlides/notesSlide7.xml" Id="R282355710867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971f688d26f45b0" /><Relationship Type="http://schemas.openxmlformats.org/officeDocument/2006/relationships/notesSlide" Target="/ppt/notesSlides/notesSlide8.xml" Id="R7a7c0cb1a65149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035b4c8e0f74800" /><Relationship Type="http://schemas.openxmlformats.org/officeDocument/2006/relationships/notesSlide" Target="/ppt/notesSlides/notesSlide9.xml" Id="R31ad61cd232b42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ef7aee61ae34c8a" /><Relationship Type="http://schemas.openxmlformats.org/officeDocument/2006/relationships/notesSlide" Target="/ppt/notesSlides/notesSlide10.xml" Id="Rd92d99afffd444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报告标题">
            <a:extLst xmlns:a="http://schemas.openxmlformats.org/drawingml/2006/main">
              <a:ext uri="{FF2B5EF4-FFF2-40B4-BE49-F238E27FC236}">
                <a16:creationId xmlns:a16="http://schemas.microsoft.com/office/drawing/2014/main" id="{E6B8B502-82E1-4E30-BEC3-2D3BDFE8E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36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36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在此填写报告标题</a:t>
            </a:r>
          </a:p>
        </p:txBody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A9C90918-A83D-495F-B791-4B11175E41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defPPr>
            <a:lvl1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1pPr>
            <a:lvl2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2pPr>
            <a:lvl3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3pPr>
            <a:lvl4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4pPr>
            <a:lvl5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5pPr>
            <a:lvl6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6pPr>
            <a:lvl7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7pPr>
            <a:lvl8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8pPr>
            <a:lvl9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475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pPr>
            <a:r>
              <a:rPr sz="2475">
                <a:solidFill>
                  <a:schemeClr val="accent4"/>
                </a:solidFill>
                <a:latin typeface="FangSong"/>
                <a:ea typeface="FangSong"/>
                <a:cs typeface="FangSong"/>
              </a:rPr>
              <a:t>副标题／研究方向</a:t>
            </a:r>
          </a:p>
        </p:txBody>
      </p:sp>
      <p:sp>
        <p:nvSpPr>
          <p:cNvPr id="4" name="汇报人及单位">
            <a:extLst xmlns:a="http://schemas.openxmlformats.org/drawingml/2006/main">
              <a:ext uri="{FF2B5EF4-FFF2-40B4-BE49-F238E27FC236}">
                <a16:creationId xmlns:a16="http://schemas.microsoft.com/office/drawing/2014/main" id="{4FB2C5C5-D237-4418-9F5D-2AD6143AE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汇报人姓名</a:t>
            </a:r>
          </a:p>
          <a:p xmlns:a="http://schemas.openxmlformats.org/drawingml/2006/main"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院系／课题组</a:t>
            </a:r>
          </a:p>
        </p:txBody>
      </p:sp>
      <p:sp>
        <p:nvSpPr>
          <p:cNvPr id="5" name="报告日期">
            <a:extLst xmlns:a="http://schemas.openxmlformats.org/drawingml/2006/main">
              <a:ext uri="{FF2B5EF4-FFF2-40B4-BE49-F238E27FC236}">
                <a16:creationId xmlns:a16="http://schemas.microsoft.com/office/drawing/2014/main" id="{36D8C385-6CE3-42A2-8EEE-0004BE563A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00">
                <a:solidFill>
                  <a:schemeClr val="accent4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accent4"/>
                </a:solidFill>
                <a:latin typeface="FangSong"/>
                <a:ea typeface="FangSong"/>
                <a:cs typeface="FangSong"/>
              </a:rPr>
              <a:t>年  月  日</a:t>
            </a:r>
          </a:p>
        </p:txBody>
      </p:sp>
    </p:spTree>
    <p:extLst>
      <p:ext uri="{BB962C8B-B14F-4D97-AF65-F5344CB8AC3E}">
        <p14:creationId xmlns:p14="http://schemas.microsoft.com/office/powerpoint/2010/main" val="1520744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0CC4FA91-7736-4744-A108-358BB20B7CA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7D256A2-8F6E-4DC3-B32C-82AFB01E6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汇报提纲</a:t>
            </a:r>
          </a:p>
        </p:txBody>
      </p:sp>
      <p:sp>
        <p:nvSpPr>
          <p:cNvPr id="4" name="目录条目">
            <a:extLst xmlns:a="http://schemas.openxmlformats.org/drawingml/2006/main">
              <a:ext uri="{FF2B5EF4-FFF2-40B4-BE49-F238E27FC236}">
                <a16:creationId xmlns:a16="http://schemas.microsoft.com/office/drawing/2014/main" id="{8B53F3A2-81FA-4FF9-B2DE-24B165495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defPPr>
            <a:lvl1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1pPr>
            <a:lvl2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2pPr>
            <a:lvl3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3pPr>
            <a:lvl4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4pPr>
            <a:lvl5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5pPr>
            <a:lvl6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6pPr>
            <a:lvl7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7pPr>
            <a:lvl8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8pPr>
            <a:lvl9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一  研究背景</a:t>
            </a:r>
          </a:p>
          <a:p xmlns:a="http://schemas.openxmlformats.org/drawingml/2006/main"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二  方法与实验</a:t>
            </a:r>
          </a:p>
          <a:p xmlns:a="http://schemas.openxmlformats.org/drawingml/2006/main"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700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2700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三  结论与讨论</a:t>
            </a:r>
          </a:p>
        </p:txBody>
      </p:sp>
    </p:spTree>
    <p:extLst>
      <p:ext uri="{BB962C8B-B14F-4D97-AF65-F5344CB8AC3E}">
        <p14:creationId xmlns:p14="http://schemas.microsoft.com/office/powerpoint/2010/main" val="12780555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EB760772-F27A-4FB3-ACE1-5C5C0DCFD90B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881945A-C35D-4DE0-BBA0-81C63D282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章节过渡</a:t>
            </a:r>
          </a:p>
        </p:txBody>
      </p:sp>
      <p:sp>
        <p:nvSpPr>
          <p:cNvPr id="4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F2D2E18C-5411-4D0D-8AC1-705E9A934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第一部分</a:t>
            </a:r>
          </a:p>
        </p:txBody>
      </p:sp>
      <p:sp>
        <p:nvSpPr>
          <p:cNvPr id="5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6CBDE3E-CDF9-47A7-9BB0-FC69B29729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defPPr>
            <a:lvl1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1pPr>
            <a:lvl2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2pPr>
            <a:lvl3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3pPr>
            <a:lvl4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4pPr>
            <a:lvl5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5pPr>
            <a:lvl6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6pPr>
            <a:lvl7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7pPr>
            <a:lvl8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8pPr>
            <a:lvl9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3525">
                <a:solidFill>
                  <a:schemeClr val="accent1"/>
                </a:solidFill>
                <a:latin typeface="FangSong"/>
                <a:ea typeface="FangSong"/>
                <a:cs typeface="FangSong"/>
              </a:defRPr>
            </a:pPr>
            <a:r>
              <a:rPr sz="3525">
                <a:solidFill>
                  <a:schemeClr val="accent1"/>
                </a:solidFill>
                <a:latin typeface="FangSong"/>
                <a:ea typeface="FangSong"/>
                <a:cs typeface="FangSong"/>
              </a:rPr>
              <a:t>在此填写章节标题</a:t>
            </a:r>
          </a:p>
        </p:txBody>
      </p:sp>
      <p:sp>
        <p:nvSpPr>
          <p:cNvPr id="6" name="章节说明">
            <a:extLst xmlns:a="http://schemas.openxmlformats.org/drawingml/2006/main">
              <a:ext uri="{FF2B5EF4-FFF2-40B4-BE49-F238E27FC236}">
                <a16:creationId xmlns:a16="http://schemas.microsoft.com/office/drawing/2014/main" id="{A346D356-EF5B-4DEE-9CF5-E3E4E58279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用一句话概括本部分的问题或内容</a:t>
            </a:r>
          </a:p>
        </p:txBody>
      </p:sp>
    </p:spTree>
    <p:extLst>
      <p:ext uri="{BB962C8B-B14F-4D97-AF65-F5344CB8AC3E}">
        <p14:creationId xmlns:p14="http://schemas.microsoft.com/office/powerpoint/2010/main" val="2588431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9D6CFF56-330D-47BB-9C84-103699B4218E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2D10A62-F5B1-4564-A009-CF2782F56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页面标题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23D0CD1F-8A93-40A5-82E8-9CE07958F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在此填写正文要点</a:t>
            </a:r>
          </a:p>
          <a:p xmlns:a="http://schemas.openxmlformats.org/drawingml/2006/main"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每页围绕一个主题展开</a:t>
            </a:r>
          </a:p>
          <a:p xmlns:a="http://schemas.openxmlformats.org/drawingml/2006/main"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3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3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保留必要的结论、依据与限定条件</a:t>
            </a:r>
          </a:p>
        </p:txBody>
      </p:sp>
      <p:sp>
        <p:nvSpPr>
          <p:cNvPr id="5" name="来源说明">
            <a:extLst xmlns:a="http://schemas.openxmlformats.org/drawingml/2006/main">
              <a:ext uri="{FF2B5EF4-FFF2-40B4-BE49-F238E27FC236}">
                <a16:creationId xmlns:a16="http://schemas.microsoft.com/office/drawing/2014/main" id="{B07AB216-3D83-48A4-843B-C027635ABC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资料来源／补充说明</a:t>
            </a:r>
          </a:p>
        </p:txBody>
      </p:sp>
    </p:spTree>
    <p:extLst>
      <p:ext uri="{BB962C8B-B14F-4D97-AF65-F5344CB8AC3E}">
        <p14:creationId xmlns:p14="http://schemas.microsoft.com/office/powerpoint/2010/main" val="4916453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F744F0F3-0025-4FE7-BB8C-F4FBFA145599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814AAFD-A0BD-4459-AE39-F4BE41F6D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对照主题</a:t>
            </a:r>
          </a:p>
        </p:txBody>
      </p:sp>
      <p:sp>
        <p:nvSpPr>
          <p:cNvPr id="4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270A4848-6222-4219-A50D-1E0A812333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左栏标题</a:t>
            </a:r>
          </a:p>
        </p:txBody>
      </p:sp>
      <p:sp>
        <p:nvSpPr>
          <p:cNvPr id="5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143082AB-4E5E-4FC1-819A-03B9775D85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右栏标题</a:t>
            </a:r>
          </a:p>
        </p:txBody>
      </p:sp>
      <p:sp>
        <p:nvSpPr>
          <p:cNvPr id="6" name="左栏正文">
            <a:extLst xmlns:a="http://schemas.openxmlformats.org/drawingml/2006/main">
              <a:ext uri="{FF2B5EF4-FFF2-40B4-BE49-F238E27FC236}">
                <a16:creationId xmlns:a16="http://schemas.microsoft.com/office/drawing/2014/main" id="{E74E1C10-C0E4-4E5D-B9DA-1E4CFDE798C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在此填写左栏内容</a:t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观点、方法或条件</a:t>
            </a:r>
          </a:p>
        </p:txBody>
      </p:sp>
      <p:sp>
        <p:nvSpPr>
          <p:cNvPr id="7" name="右栏正文">
            <a:extLst xmlns:a="http://schemas.openxmlformats.org/drawingml/2006/main">
              <a:ext uri="{FF2B5EF4-FFF2-40B4-BE49-F238E27FC236}">
                <a16:creationId xmlns:a16="http://schemas.microsoft.com/office/drawing/2014/main" id="{BBDDBCA1-4D68-4A9A-9BF4-260F7942190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在此填写右栏内容</a:t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对照、结果或局限</a:t>
            </a:r>
          </a:p>
        </p:txBody>
      </p:sp>
      <p:sp>
        <p:nvSpPr>
          <p:cNvPr id="8" name="来源说明">
            <a:extLst xmlns:a="http://schemas.openxmlformats.org/drawingml/2006/main">
              <a:ext uri="{FF2B5EF4-FFF2-40B4-BE49-F238E27FC236}">
                <a16:creationId xmlns:a16="http://schemas.microsoft.com/office/drawing/2014/main" id="{00DBACD1-BC84-42A7-939B-7F78E67CAFD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资料来源／比较口径</a:t>
            </a:r>
          </a:p>
        </p:txBody>
      </p:sp>
    </p:spTree>
    <p:extLst>
      <p:ext uri="{BB962C8B-B14F-4D97-AF65-F5344CB8AC3E}">
        <p14:creationId xmlns:p14="http://schemas.microsoft.com/office/powerpoint/2010/main" val="12377138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80902302-B19B-46C5-9F8A-CEF43E8D502E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87B310A-E389-41C5-AAF9-172758A7A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主题与图示</a:t>
            </a:r>
          </a:p>
        </p:txBody>
      </p:sp>
      <p:sp>
        <p:nvSpPr>
          <p:cNvPr id="4" name="说明文字">
            <a:extLst xmlns:a="http://schemas.openxmlformats.org/drawingml/2006/main">
              <a:ext uri="{FF2B5EF4-FFF2-40B4-BE49-F238E27FC236}">
                <a16:creationId xmlns:a16="http://schemas.microsoft.com/office/drawing/2014/main" id="{FDE1E619-9577-4212-BB57-F130DC597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在此说明图中最重要的信息</a:t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/>
            </a:r>
          </a:p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明确输入、输出或比较关系</a:t>
            </a:r>
          </a:p>
        </p:txBody>
      </p:sp>
      <p:sp>
        <p:nvSpPr>
          <p:cNvPr id="5" name="图片占位符">
            <a:extLst xmlns:a="http://schemas.openxmlformats.org/drawingml/2006/main">
              <a:ext uri="{FF2B5EF4-FFF2-40B4-BE49-F238E27FC236}">
                <a16:creationId xmlns:a16="http://schemas.microsoft.com/office/drawing/2014/main" id="{448A99A4-11D5-45EE-8745-DE8A55F8E6B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图注">
            <a:extLst xmlns:a="http://schemas.openxmlformats.org/drawingml/2006/main">
              <a:ext uri="{FF2B5EF4-FFF2-40B4-BE49-F238E27FC236}">
                <a16:creationId xmlns:a16="http://schemas.microsoft.com/office/drawing/2014/main" id="{F5F1392A-F24D-4C34-B1BF-158A3FFBE9C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图题／图片来源</a:t>
            </a:r>
          </a:p>
        </p:txBody>
      </p:sp>
    </p:spTree>
    <p:extLst>
      <p:ext uri="{BB962C8B-B14F-4D97-AF65-F5344CB8AC3E}">
        <p14:creationId xmlns:p14="http://schemas.microsoft.com/office/powerpoint/2010/main" val="19818025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213AC56C-7727-4302-80D9-D30BB65F7C08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725F7BB-1B8F-4B01-B9B9-D560EA502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图示／演示主题</a:t>
            </a:r>
          </a:p>
        </p:txBody>
      </p:sp>
      <p:sp>
        <p:nvSpPr>
          <p:cNvPr id="4" name="大图占位符">
            <a:extLst xmlns:a="http://schemas.openxmlformats.org/drawingml/2006/main">
              <a:ext uri="{FF2B5EF4-FFF2-40B4-BE49-F238E27FC236}">
                <a16:creationId xmlns:a16="http://schemas.microsoft.com/office/drawing/2014/main" id="{5F10866C-8948-476E-AAAF-8ACA79B2808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图注">
            <a:extLst xmlns:a="http://schemas.openxmlformats.org/drawingml/2006/main">
              <a:ext uri="{FF2B5EF4-FFF2-40B4-BE49-F238E27FC236}">
                <a16:creationId xmlns:a16="http://schemas.microsoft.com/office/drawing/2014/main" id="{F9E0554B-7AE0-464B-9965-783F51256F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500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图题、关键观察与来源；视频可通过“插入 → 视频”添加</a:t>
            </a:r>
          </a:p>
        </p:txBody>
      </p:sp>
    </p:spTree>
    <p:extLst>
      <p:ext uri="{BB962C8B-B14F-4D97-AF65-F5344CB8AC3E}">
        <p14:creationId xmlns:p14="http://schemas.microsoft.com/office/powerpoint/2010/main" val="13822609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38991E71-E036-4DE1-8918-26C729CCB408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51DCA32-B11E-4BE6-924B-6129F4617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实验结果</a:t>
            </a:r>
          </a:p>
        </p:txBody>
      </p:sp>
      <p:sp>
        <p:nvSpPr>
          <p:cNvPr id="4" name="表格占位符">
            <a:extLst xmlns:a="http://schemas.openxmlformats.org/drawingml/2006/main">
              <a:ext uri="{FF2B5EF4-FFF2-40B4-BE49-F238E27FC236}">
                <a16:creationId xmlns:a16="http://schemas.microsoft.com/office/drawing/2014/main" id="{B939E7B7-1547-42CE-AF41-42ED66113B0D}"/>
              </a:ext>
            </a:extLst>
          </p:cNvPr>
          <p:cNvSpPr>
            <a:spLocks xmlns:a="http://schemas.openxmlformats.org/drawingml/2006/main" noGrp="1"/>
          </p:cNvSpPr>
          <p:nvPr>
            <p:ph type="tbl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结果解读标题">
            <a:extLst xmlns:a="http://schemas.openxmlformats.org/drawingml/2006/main">
              <a:ext uri="{FF2B5EF4-FFF2-40B4-BE49-F238E27FC236}">
                <a16:creationId xmlns:a16="http://schemas.microsoft.com/office/drawing/2014/main" id="{A44FD9D0-B258-4458-863E-F361A5DE84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00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结果解读</a:t>
            </a:r>
          </a:p>
        </p:txBody>
      </p:sp>
      <p:sp>
        <p:nvSpPr>
          <p:cNvPr id="6" name="结果解读">
            <a:extLst xmlns:a="http://schemas.openxmlformats.org/drawingml/2006/main">
              <a:ext uri="{FF2B5EF4-FFF2-40B4-BE49-F238E27FC236}">
                <a16:creationId xmlns:a16="http://schemas.microsoft.com/office/drawing/2014/main" id="{4BBA958F-F9F0-4D75-9177-0F3F8AAD40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02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填写主要发现、评估设置或结果限制</a:t>
            </a:r>
          </a:p>
        </p:txBody>
      </p:sp>
    </p:spTree>
    <p:extLst>
      <p:ext uri="{BB962C8B-B14F-4D97-AF65-F5344CB8AC3E}">
        <p14:creationId xmlns:p14="http://schemas.microsoft.com/office/powerpoint/2010/main" val="2406070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5959EBC6-716C-41B7-A631-56B01A278331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1D420873-CF81-4632-972D-270A90D3F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核心公式／问题定义</a:t>
            </a:r>
          </a:p>
        </p:txBody>
      </p:sp>
      <p:sp>
        <p:nvSpPr>
          <p:cNvPr id="4" name="问题描述">
            <a:extLst xmlns:a="http://schemas.openxmlformats.org/drawingml/2006/main">
              <a:ext uri="{FF2B5EF4-FFF2-40B4-BE49-F238E27FC236}">
                <a16:creationId xmlns:a16="http://schemas.microsoft.com/office/drawing/2014/main" id="{E758DCCE-9079-4701-B852-0AA8B0E10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75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75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说明变量、建模条件与公式要解决的问题</a:t>
            </a:r>
          </a:p>
        </p:txBody>
      </p:sp>
      <p:sp>
        <p:nvSpPr>
          <p:cNvPr id="5" name="公式占位符">
            <a:extLst xmlns:a="http://schemas.openxmlformats.org/drawingml/2006/main">
              <a:ext uri="{FF2B5EF4-FFF2-40B4-BE49-F238E27FC236}">
                <a16:creationId xmlns:a16="http://schemas.microsoft.com/office/drawing/2014/main" id="{61FCB5B2-BE35-4D3C-9EB5-867AAA8B71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defPPr>
            <a:lvl1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1pPr>
            <a:lvl2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2pPr>
            <a:lvl3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3pPr>
            <a:lvl4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4pPr>
            <a:lvl5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5pPr>
            <a:lvl6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6pPr>
            <a:lvl7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7pPr>
            <a:lvl8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8pPr>
            <a:lvl9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925">
                <a:solidFill>
                  <a:schemeClr val="accent3"/>
                </a:solidFill>
                <a:latin typeface="FangSong"/>
                <a:ea typeface="FangSong"/>
                <a:cs typeface="FangSong"/>
              </a:defRPr>
            </a:pPr>
            <a:r>
              <a:rPr sz="2925">
                <a:solidFill>
                  <a:schemeClr val="accent3"/>
                </a:solidFill>
                <a:latin typeface="FangSong"/>
                <a:ea typeface="FangSong"/>
                <a:cs typeface="FangSong"/>
              </a:rPr>
              <a:t>在此输入公式（插入 → 公式）</a:t>
            </a:r>
          </a:p>
        </p:txBody>
      </p:sp>
      <p:sp>
        <p:nvSpPr>
          <p:cNvPr id="6" name="公式说明标题">
            <a:extLst xmlns:a="http://schemas.openxmlformats.org/drawingml/2006/main">
              <a:ext uri="{FF2B5EF4-FFF2-40B4-BE49-F238E27FC236}">
                <a16:creationId xmlns:a16="http://schemas.microsoft.com/office/drawing/2014/main" id="{D6B4259A-B2BF-49AB-89BD-1E5E7CE410C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0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变量与假设</a:t>
            </a:r>
          </a:p>
        </p:txBody>
      </p:sp>
      <p:sp>
        <p:nvSpPr>
          <p:cNvPr id="7" name="公式说明">
            <a:extLst xmlns:a="http://schemas.openxmlformats.org/drawingml/2006/main">
              <a:ext uri="{FF2B5EF4-FFF2-40B4-BE49-F238E27FC236}">
                <a16:creationId xmlns:a16="http://schemas.microsoft.com/office/drawing/2014/main" id="{AF82282B-8C13-4282-A333-90FC818BB83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defPPr>
            <a:lvl1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1pPr>
            <a:lvl2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2pPr>
            <a:lvl3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3pPr>
            <a:lvl4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4pPr>
            <a:lvl5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5pPr>
            <a:lvl6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6pPr>
            <a:lvl7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7pPr>
            <a:lvl8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8pPr>
            <a:lvl9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100">
                <a:solidFill>
                  <a:schemeClr val="tx1"/>
                </a:solidFill>
                <a:latin typeface="FangSong"/>
                <a:ea typeface="FangSong"/>
                <a:cs typeface="FangSong"/>
              </a:defRPr>
            </a:pPr>
            <a:r>
              <a:rPr sz="2100">
                <a:solidFill>
                  <a:schemeClr val="tx1"/>
                </a:solidFill>
                <a:latin typeface="FangSong"/>
                <a:ea typeface="FangSong"/>
                <a:cs typeface="FangSong"/>
              </a:rPr>
              <a:t>填写变量含义、单位和适用范围</a:t>
            </a:r>
          </a:p>
        </p:txBody>
      </p:sp>
      <p:sp>
        <p:nvSpPr>
          <p:cNvPr id="8" name="来源说明">
            <a:extLst xmlns:a="http://schemas.openxmlformats.org/drawingml/2006/main">
              <a:ext uri="{FF2B5EF4-FFF2-40B4-BE49-F238E27FC236}">
                <a16:creationId xmlns:a16="http://schemas.microsoft.com/office/drawing/2014/main" id="{7F66E972-CE67-4BEE-85A5-263B056825C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defPPr>
            <a:lvl1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1pPr>
            <a:lvl2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2pPr>
            <a:lvl3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3pPr>
            <a:lvl4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4pPr>
            <a:lvl5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5pPr>
            <a:lvl6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6pPr>
            <a:lvl7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7pPr>
            <a:lvl8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8pPr>
            <a:lvl9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275">
                <a:solidFill>
                  <a:schemeClr val="tx2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chemeClr val="tx2"/>
                </a:solidFill>
                <a:latin typeface="FangSong"/>
                <a:ea typeface="FangSong"/>
                <a:cs typeface="FangSong"/>
              </a:rPr>
              <a:t>公式来源／推导说明</a:t>
            </a:r>
          </a:p>
        </p:txBody>
      </p:sp>
    </p:spTree>
    <p:extLst>
      <p:ext uri="{BB962C8B-B14F-4D97-AF65-F5344CB8AC3E}">
        <p14:creationId xmlns:p14="http://schemas.microsoft.com/office/powerpoint/2010/main" val="6333928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章节名称">
            <a:extLst xmlns:a="http://schemas.openxmlformats.org/drawingml/2006/main">
              <a:ext uri="{FF2B5EF4-FFF2-40B4-BE49-F238E27FC236}">
                <a16:creationId xmlns:a16="http://schemas.microsoft.com/office/drawing/2014/main" id="{2FDE5CA6-251A-4FD8-A441-8AADB04F4F50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1350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章节名称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0DF4550-40AE-43F0-BA0E-A62C9E29C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defPPr>
            <a:lvl1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1pPr>
            <a:lvl2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2pPr>
            <a:lvl3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3pPr>
            <a:lvl4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4pPr>
            <a:lvl5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5pPr>
            <a:lvl6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6pPr>
            <a:lvl7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7pPr>
            <a:lvl8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8pPr>
            <a:lvl9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lvl9pPr>
          </a:lstStyle>
          <a:p xmlns:a="http://schemas.openxmlformats.org/drawingml/2006/main">
            <a:pPr>
              <a:defRPr sz="2775">
                <a:solidFill>
                  <a:schemeClr val="lt1"/>
                </a:solidFill>
                <a:latin typeface="FangSong"/>
                <a:ea typeface="FangSong"/>
                <a:cs typeface="FangSong"/>
              </a:defRPr>
            </a:pPr>
            <a:r>
              <a:rPr sz="2775">
                <a:solidFill>
                  <a:schemeClr val="lt1"/>
                </a:solidFill>
                <a:latin typeface="FangSong"/>
                <a:ea typeface="FangSong"/>
                <a:cs typeface="FangSong"/>
              </a:rPr>
              <a:t>页面标题</a:t>
            </a:r>
          </a:p>
        </p:txBody>
      </p:sp>
    </p:spTree>
    <p:extLst>
      <p:ext uri="{BB962C8B-B14F-4D97-AF65-F5344CB8AC3E}">
        <p14:creationId xmlns:p14="http://schemas.microsoft.com/office/powerpoint/2010/main" val="359530109"/>
      </p:ext>
    </p:extLst>
  </p:cSld>
</p:sld>
</file>

<file path=ppt/theme/theme1.xml><?xml version="1.0" encoding="utf-8"?>
<a:theme xmlns:a="http://schemas.openxmlformats.org/drawingml/2006/main" name="ChatGPT">
  <a:themeElements>
    <a:clrScheme name="CUHK 紫金">
      <a:dk1>
        <a:srgbClr val="24212A"/>
      </a:dk1>
      <a:lt1>
        <a:srgbClr val="FFFFFF"/>
      </a:lt1>
      <a:dk2>
        <a:srgbClr val="4D174F"/>
      </a:dk2>
      <a:lt2>
        <a:srgbClr val="F4F2F5"/>
      </a:lt2>
      <a:accent1>
        <a:srgbClr val="6F2472"/>
      </a:accent1>
      <a:accent2>
        <a:srgbClr val="E5AE2B"/>
      </a:accent2>
      <a:accent3>
        <a:srgbClr val="4D174F"/>
      </a:accent3>
      <a:accent4>
        <a:srgbClr val="F7E9BB"/>
      </a:accent4>
      <a:accent5>
        <a:srgbClr val="706A73"/>
      </a:accent5>
      <a:accent6>
        <a:srgbClr val="F4F2F5"/>
      </a:accent6>
      <a:hlink>
        <a:srgbClr val="6F2472"/>
      </a:hlink>
      <a:folHlink>
        <a:srgbClr val="4D174F"/>
      </a:folHlink>
    </a:clrScheme>
    <a:fontScheme name="CUHK 仿宋主题字体">
      <a:majorFont>
        <a:latin typeface="FangSong"/>
        <a:ea typeface="FangSong"/>
        <a:cs typeface="FangSong"/>
      </a:majorFont>
      <a:minorFont>
        <a:latin typeface="FangSong"/>
        <a:ea typeface="FangSong"/>
        <a:cs typeface="FangSong"/>
      </a:minorFont>
    </a:fontScheme>
    <a:fmtScheme name="CUHK 紫金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2026-10-17T04:23:41.0830000Z</dcterms:created>
  <dcterms:modified xsi:type="dcterms:W3CDTF">2026-10-17T04:23:41.0830000Z</dcterms:modified>
</coreProperties>
</file>